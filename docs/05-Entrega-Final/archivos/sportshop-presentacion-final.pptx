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2b7f348c3c475e" /><Relationship Type="http://schemas.openxmlformats.org/officeDocument/2006/relationships/extended-properties" Target="/docProps/app.xml" Id="Re2640d7d473e49fc" /><Relationship Type="http://schemas.openxmlformats.org/officeDocument/2006/relationships/officeDocument" Target="/ppt/presentation.xml" Id="Ra14442fe439c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fc152b19854442"/>
  </p:sldMasterIdLst>
  <p:notesMasterIdLst>
    <p:notesMasterId xmlns:r="http://schemas.openxmlformats.org/officeDocument/2006/relationships" r:id="R92dc769799cc464c"/>
  </p:notesMasterIdLst>
  <p:sldIdLst>
    <p:sldId xmlns:r="http://schemas.openxmlformats.org/officeDocument/2006/relationships" id="256" r:id="R97df61118c6643e1"/>
    <p:sldId xmlns:r="http://schemas.openxmlformats.org/officeDocument/2006/relationships" id="257" r:id="R0cd51bee73384d6b"/>
    <p:sldId xmlns:r="http://schemas.openxmlformats.org/officeDocument/2006/relationships" id="258" r:id="Re2e96bde71ac49cc"/>
    <p:sldId xmlns:r="http://schemas.openxmlformats.org/officeDocument/2006/relationships" id="259" r:id="Rd032103cfc054e27"/>
    <p:sldId xmlns:r="http://schemas.openxmlformats.org/officeDocument/2006/relationships" id="260" r:id="Rb90f05016b9b4b34"/>
    <p:sldId xmlns:r="http://schemas.openxmlformats.org/officeDocument/2006/relationships" id="261" r:id="R3c02061031d44e9a"/>
    <p:sldId xmlns:r="http://schemas.openxmlformats.org/officeDocument/2006/relationships" id="262" r:id="R0891cf7901344ecb"/>
    <p:sldId xmlns:r="http://schemas.openxmlformats.org/officeDocument/2006/relationships" id="263" r:id="Race1bf6fa1a7469d"/>
    <p:sldId xmlns:r="http://schemas.openxmlformats.org/officeDocument/2006/relationships" id="264" r:id="R7dbdcd178c0a4d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4318be1b7400e" /><Relationship Type="http://schemas.openxmlformats.org/officeDocument/2006/relationships/slideMaster" Target="/ppt/slideMasters/slideMaster1.xml" Id="Rd2fc152b19854442" /><Relationship Type="http://schemas.openxmlformats.org/officeDocument/2006/relationships/notesMaster" Target="/ppt/notesMasters/notesMaster1.xml" Id="R92dc769799cc464c" /><Relationship Type="http://schemas.openxmlformats.org/officeDocument/2006/relationships/presProps" Target="/ppt/presProps.xml" Id="Rf82fa0e070b9456f" /><Relationship Type="http://schemas.openxmlformats.org/officeDocument/2006/relationships/tableStyles" Target="/ppt/tableStyles.xml" Id="R9db9ab301cf54ace" /><Relationship Type="http://schemas.openxmlformats.org/officeDocument/2006/relationships/slide" Target="/ppt/slides/slide1.xml" Id="R97df61118c6643e1" /><Relationship Type="http://schemas.openxmlformats.org/officeDocument/2006/relationships/slide" Target="/ppt/slides/slide2.xml" Id="R0cd51bee73384d6b" /><Relationship Type="http://schemas.openxmlformats.org/officeDocument/2006/relationships/slide" Target="/ppt/slides/slide3.xml" Id="Re2e96bde71ac49cc" /><Relationship Type="http://schemas.openxmlformats.org/officeDocument/2006/relationships/slide" Target="/ppt/slides/slide4.xml" Id="Rd032103cfc054e27" /><Relationship Type="http://schemas.openxmlformats.org/officeDocument/2006/relationships/slide" Target="/ppt/slides/slide5.xml" Id="Rb90f05016b9b4b34" /><Relationship Type="http://schemas.openxmlformats.org/officeDocument/2006/relationships/slide" Target="/ppt/slides/slide6.xml" Id="R3c02061031d44e9a" /><Relationship Type="http://schemas.openxmlformats.org/officeDocument/2006/relationships/slide" Target="/ppt/slides/slide7.xml" Id="R0891cf7901344ecb" /><Relationship Type="http://schemas.openxmlformats.org/officeDocument/2006/relationships/slide" Target="/ppt/slides/slide8.xml" Id="Race1bf6fa1a7469d" /><Relationship Type="http://schemas.openxmlformats.org/officeDocument/2006/relationships/slide" Target="/ppt/slides/slide9.xml" Id="R7dbdcd178c0a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c52290362a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53dce07f3642d9" /><Relationship Type="http://schemas.openxmlformats.org/officeDocument/2006/relationships/notesMaster" Target="/ppt/notesMasters/notesMaster1.xml" Id="Rec4646683e6b4b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d31cc143024397" /><Relationship Type="http://schemas.openxmlformats.org/officeDocument/2006/relationships/notesMaster" Target="/ppt/notesMasters/notesMaster1.xml" Id="R9c212b5ece2146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cf64c312c54168" /><Relationship Type="http://schemas.openxmlformats.org/officeDocument/2006/relationships/notesMaster" Target="/ppt/notesMasters/notesMaster1.xml" Id="R74230d607e264b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048e939d41420a" /><Relationship Type="http://schemas.openxmlformats.org/officeDocument/2006/relationships/notesMaster" Target="/ppt/notesMasters/notesMaster1.xml" Id="Rcb0f3aebbe9741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b6c7dbc3494108" /><Relationship Type="http://schemas.openxmlformats.org/officeDocument/2006/relationships/notesMaster" Target="/ppt/notesMasters/notesMaster1.xml" Id="Rf938280958a34a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a81cf2ac8443c8" /><Relationship Type="http://schemas.openxmlformats.org/officeDocument/2006/relationships/notesMaster" Target="/ppt/notesMasters/notesMaster1.xml" Id="R14fd646f576846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e5376cbc33442e" /><Relationship Type="http://schemas.openxmlformats.org/officeDocument/2006/relationships/notesMaster" Target="/ppt/notesMasters/notesMaster1.xml" Id="R809b0965ab9744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22552388fe46f2" /><Relationship Type="http://schemas.openxmlformats.org/officeDocument/2006/relationships/notesMaster" Target="/ppt/notesMasters/notesMaster1.xml" Id="Reda8f96246eb47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a31b3363af4d52" /><Relationship Type="http://schemas.openxmlformats.org/officeDocument/2006/relationships/notesMaster" Target="/ppt/notesMasters/notesMaster1.xml" Id="Rb0bc900505bf4a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6836ad31643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bdd6e072743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c2c07ea324a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0a54af00b44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6c7f9f28046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01a3ff86946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18D31F-B6BB-47CD-A5EC-5171B5D8B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D95AC0-3C79-47F8-8882-7875E8F35D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01E75F-E01C-4B30-B07E-2EFED66D2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EA9FA-9302-45B1-85A4-A79A4FD6E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188E84-B427-4BBF-A709-E3D82E3C13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94E4DD-ED47-4071-A242-6451791B2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CCF271-E274-4257-B276-BA299E7ADB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5B3AE8-AFBA-4EAB-9812-6B1CAE8F4A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8A7F09-98E8-4E07-B1DD-1D066CC7C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CCFC7D-4F06-48C7-AAC9-98081320E9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f40dd631504b90" /><Relationship Type="http://schemas.openxmlformats.org/officeDocument/2006/relationships/slideLayout" Target="/ppt/slideLayouts/slideLayout1.xml" Id="R5ceea3f08f254b0f" /><Relationship Type="http://schemas.openxmlformats.org/officeDocument/2006/relationships/slideLayout" Target="/ppt/slideLayouts/slideLayout2.xml" Id="R8e2e424265824c71" /><Relationship Type="http://schemas.openxmlformats.org/officeDocument/2006/relationships/slideLayout" Target="/ppt/slideLayouts/slideLayout3.xml" Id="R58f8c6bb69e94b50" /><Relationship Type="http://schemas.openxmlformats.org/officeDocument/2006/relationships/slideLayout" Target="/ppt/slideLayouts/slideLayout4.xml" Id="R0e7a58284bca468e" /><Relationship Type="http://schemas.openxmlformats.org/officeDocument/2006/relationships/slideLayout" Target="/ppt/slideLayouts/slideLayout5.xml" Id="Rd742b29e13d04bbd" /><Relationship Type="http://schemas.openxmlformats.org/officeDocument/2006/relationships/slideLayout" Target="/ppt/slideLayouts/slideLayout6.xml" Id="R8554c27ed2ff45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eea3f08f254b0f"/>
    <p:sldLayoutId xmlns:r="http://schemas.openxmlformats.org/officeDocument/2006/relationships" id="2147483650" r:id="R8e2e424265824c71"/>
    <p:sldLayoutId xmlns:r="http://schemas.openxmlformats.org/officeDocument/2006/relationships" id="2147483651" r:id="R58f8c6bb69e94b50"/>
    <p:sldLayoutId xmlns:r="http://schemas.openxmlformats.org/officeDocument/2006/relationships" id="2147483652" r:id="R0e7a58284bca468e"/>
    <p:sldLayoutId xmlns:r="http://schemas.openxmlformats.org/officeDocument/2006/relationships" id="2147483653" r:id="Rd742b29e13d04bbd"/>
    <p:sldLayoutId xmlns:r="http://schemas.openxmlformats.org/officeDocument/2006/relationships" id="2147483654" r:id="R8554c27ed2ff45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dcc27ebac4f86" /><Relationship Type="http://schemas.openxmlformats.org/officeDocument/2006/relationships/notesSlide" Target="/ppt/notesSlides/notesSlide1.xml" Id="Rd67ec05517154d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489d854bd4e83" /><Relationship Type="http://schemas.openxmlformats.org/officeDocument/2006/relationships/notesSlide" Target="/ppt/notesSlides/notesSlide2.xml" Id="R7f6948352515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bbec95e56465e" /><Relationship Type="http://schemas.openxmlformats.org/officeDocument/2006/relationships/notesSlide" Target="/ppt/notesSlides/notesSlide3.xml" Id="R57b24f26b01843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f1d1ae2ac4bb9" /><Relationship Type="http://schemas.openxmlformats.org/officeDocument/2006/relationships/notesSlide" Target="/ppt/notesSlides/notesSlide4.xml" Id="R8e6c9cf7029e40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e2868d311441f" /><Relationship Type="http://schemas.openxmlformats.org/officeDocument/2006/relationships/notesSlide" Target="/ppt/notesSlides/notesSlide5.xml" Id="R5fa5c15560d946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f56408f874819" /><Relationship Type="http://schemas.openxmlformats.org/officeDocument/2006/relationships/notesSlide" Target="/ppt/notesSlides/notesSlide6.xml" Id="Red51766d512f41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5fb9737f54222" /><Relationship Type="http://schemas.openxmlformats.org/officeDocument/2006/relationships/notesSlide" Target="/ppt/notesSlides/notesSlide7.xml" Id="R4fe074d0080840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9ddb0af264c52" /><Relationship Type="http://schemas.openxmlformats.org/officeDocument/2006/relationships/notesSlide" Target="/ppt/notesSlides/notesSlide8.xml" Id="Rfe54bca45c344b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34aaebcb0422a" /><Relationship Type="http://schemas.openxmlformats.org/officeDocument/2006/relationships/notesSlide" Target="/ppt/notesSlides/notesSlide9.xml" Id="Rdd022623685747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8F257-44EE-4317-8FB3-75084BF9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C6F78-1355-4799-B24E-54B4B3A5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B16C9-1368-4DD8-A333-E75F217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714DB-F041-438C-862A-D95370C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CICLO DE VIDA DE UN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PROYECTO EN UNA TIENDA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DEPORTES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3B6BC-47EC-4B66-B8E3-7473D0F5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76C47-4AE0-4AF1-8376-FED38C0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SPORTSHOP · ÉLITE SPORT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4BB53-C75A-4D0D-BF03-D4BC87D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Migración gradual a React, Express y Supabase</a:t>
            </a:r>
          </a:p>
        </p:txBody>
      </p:sp>
    </p:spTree>
    <p:extLst>
      <p:ext uri="{BB962C8B-B14F-4D97-AF65-F5344CB8AC3E}">
        <p14:creationId xmlns:p14="http://schemas.microsoft.com/office/powerpoint/2010/main" val="608210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55393-03E3-41F0-AD10-FC7F22F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69812-091C-4796-8754-740D9466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1803F-2D7F-4161-8E1E-559E5199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FD8DC-96F2-4B78-A16A-9C8FF9E7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FEBF1-3A7F-4BC0-A613-85C86727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2263E-2F0F-4724-B375-EE98B21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tienda original concentra la experiencia en HTML, CSS y JavaScript.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59061-4703-47BE-8022-86AA663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5A5B1-C44E-430E-958E-E8569493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migración separa interfaz, API y persistencia para facilitar mantenimiento.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E1FE3-9A59-412B-85F0-FA5D26B1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76601-D47D-4528-A5FA-B982CE15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proyecto conserva la tienda original y la identidad visual de Élite Sport.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DEF0A-7ED7-4FFF-866F-CE0BA12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C7B6A-840A-4701-BD2D-A975BFC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meta académica es organizar necesidades, implementación, pruebas y mejoras.</a:t>
            </a:r>
          </a:p>
        </p:txBody>
      </p:sp>
    </p:spTree>
    <p:extLst>
      <p:ext uri="{BB962C8B-B14F-4D97-AF65-F5344CB8AC3E}">
        <p14:creationId xmlns:p14="http://schemas.microsoft.com/office/powerpoint/2010/main" val="1483361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FC9B8-501E-4B07-B555-F4D2A388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A3307-6223-4BE6-86C1-E0148F03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32E95-93A8-40E5-9C77-73BC0D41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Arquitectura de la aplicación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96B02-AEC5-4B93-B0FE-29F12DD5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9B137-747C-48C9-88E1-A550FB2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F165A-8F26-40B6-95A4-2A0D32FE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81AD7-6A3A-4093-AD12-FA493946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Catálogo y navegación</a:t>
            </a:r>
          </a:p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Carrito y cuenta</a:t>
            </a:r>
          </a:p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Paneles operativos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21513-8428-4E57-B966-8AB9F80F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Node.js + Express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7B5A8-CEF4-4370-B5C3-16EACFA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4F9CD-12FD-419A-B07B-18FBF56C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API versionada</a:t>
            </a:r>
          </a:p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Validación y roles</a:t>
            </a:r>
          </a:p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Integración de pagos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43D21-A27E-4892-A42A-12B43CA8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EF0B7-C89A-4BFA-82EA-73D4B3C0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7F61F-E96D-4C30-8529-AAED0363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Autenticación</a:t>
            </a:r>
          </a:p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Persistencia y RLS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DFED6-1FCA-463F-8D28-18051016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Mercado Pago se consulta desde el servidor; la respuesta del navegador no acredita el pago.</a:t>
            </a:r>
          </a:p>
        </p:txBody>
      </p:sp>
    </p:spTree>
    <p:extLst>
      <p:ext uri="{BB962C8B-B14F-4D97-AF65-F5344CB8AC3E}">
        <p14:creationId xmlns:p14="http://schemas.microsoft.com/office/powerpoint/2010/main" val="1011959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2F97D8-D6DB-4A34-8E1F-3D34E53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C527D-457E-43BA-AB0D-B8365645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21FC5-37BE-46F0-8A26-313B732D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Ciclo de vida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F236E-EB1B-4D5D-97C4-3F1409C2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04DFE-F5A1-4CD0-9CD6-C99E9A29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A7164-A4E5-45AB-A367-E84F130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DCEF5-DFC6-40C2-A061-AC28FFED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Necesidad y alcance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A35E9-8ED6-4827-B099-A82D248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D5730-8837-448A-A755-2D740A6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FFFB-5418-4DDA-95FA-B1787B64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Planificación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61DA9-72B6-4954-8D73-E7EE67D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Fases, responsables y fechas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E577-A07C-4205-9396-B809D6EE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BDCF4-9594-4CE4-8541-B67C787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0B999-8A81-4D85-816A-B0883E35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99F55-5A7D-4B25-82AA-DA2FD4BA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Tareas y cambios registrados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6AE57-6787-4073-888B-E7EE439C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60B23-C17F-4071-A106-8BE9DCB1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314DA-2D43-4D9C-B0BE-0840DFE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0FD51-CE42-4CE9-9177-4BA5759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Avance, vencimientos e indicadores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F14AD-F4A8-4406-BD18-FDD4BECD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5B033-4CF0-43E0-A1A2-9DCFC93E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EEED4-D094-4F11-9E4B-CE2DE710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B3BD8-B7A1-4839-9D10-0D1C6EF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Validación y mejoras futuras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DD218-30BC-4310-BE82-AA1AC702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El módulo de proyectos guarda fases, tareas e historial en Supabase; requiere validar sus migraciones en desarrollo.</a:t>
            </a:r>
          </a:p>
        </p:txBody>
      </p:sp>
    </p:spTree>
    <p:extLst>
      <p:ext uri="{BB962C8B-B14F-4D97-AF65-F5344CB8AC3E}">
        <p14:creationId xmlns:p14="http://schemas.microsoft.com/office/powerpoint/2010/main" val="744117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A615B-18B1-44E8-A550-DFEFDD9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53D11-2E05-454C-9DA9-250680A8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17213-DBA1-46C8-AB44-F6AF45B7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Comercio electrónico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BB47A-479E-4139-BA4C-58CDD413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1212D-5E1B-4B0F-8CC6-121C89D3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7CFA4-F5CB-48F8-B7B0-B20E20E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catálogo React consulta productos y variantes publicados por la API.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8338B-33B1-4847-A86F-722783FA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7A0F8-6BC7-4F8E-8C5C-9CE85F4A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servidor vuelve a leer precios y disponibilidad al crear un pedido.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B5385-D590-4F21-B8FA-3728A80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0C768-D6D9-4198-B369-95F9F6E0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pago aprobado se verifica consultando Mercado Pago desde el backend.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9B022-7BAA-4538-9EA3-56A1052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C8816-67BB-45C3-BBA5-77D0F3B5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historial de compras se limita a la cuenta autenticada.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E7448-E666-4292-A84E-F6028A6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50843-6976-4701-89EC-65EF4F5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Pendiente de integración real: clave persistida para reintentos y webhook con deduplicación transaccional.</a:t>
            </a:r>
          </a:p>
        </p:txBody>
      </p:sp>
    </p:spTree>
    <p:extLst>
      <p:ext uri="{BB962C8B-B14F-4D97-AF65-F5344CB8AC3E}">
        <p14:creationId xmlns:p14="http://schemas.microsoft.com/office/powerpoint/2010/main" val="2041365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7A142-265F-4190-96B7-6B7E7619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86BBC-67B4-4371-A602-7AED6BC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BBDF5-0343-48B7-878E-ABFCB984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Inventario y punto de venta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C9FB8-EC07-4E20-9C2F-E5800F5B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D7C47-6FC9-4C8E-9D9C-50CF1ED5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F941D-2284-4D6C-9D85-DBB9ED41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Inventario registra movimientos con motivo y responsable.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47CBA-E708-4A42-951B-92B72866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52999-CF96-4222-A5C0-2AD0C720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POS vuelve a leer precios, bloquea variantes y descuenta stock en una función SQL.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75D50-89E5-42FA-A2A8-F36A1ED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BFE58-0FEB-4FAF-AA0B-A227714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venta presencial admite una clave de solicitud para evitar duplicados.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6E028-705B-40B8-98A0-82046DCA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5C924-5E93-48CF-B49B-19AD82E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medio de pago se registra como informado; no se simula una autorización bancaria.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BD0CF-DC42-41DF-9D2A-6329DA6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El stock de pedidos online depende de triggers que todavía deben comprobarse en la instancia.</a:t>
            </a:r>
          </a:p>
        </p:txBody>
      </p:sp>
    </p:spTree>
    <p:extLst>
      <p:ext uri="{BB962C8B-B14F-4D97-AF65-F5344CB8AC3E}">
        <p14:creationId xmlns:p14="http://schemas.microsoft.com/office/powerpoint/2010/main" val="1354562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BF93B-819C-46C4-8AD4-890A2ADF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3304-A53C-4E0E-ADE1-50131BB6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DD3AB-7AD3-4732-AB4E-EA2BE3FB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Roles y gestión interna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8D15F-2548-4673-BFD7-670C516E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0D788-A216-44FD-B3CA-F3AABE6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Cliente</a:t>
            </a:r>
          </a:p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Catálogo, checkout, perfil</a:t>
            </a:r>
          </a:p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y sus propios pedidos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B1672-260D-4BC9-B829-CDA8C082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8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FE7F5-ACBA-40B4-BE56-36CAE32D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Empleado</a:t>
            </a:r>
          </a:p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Inventario, POS y tareas</a:t>
            </a:r>
          </a:p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asignadas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C256F-8AC4-4EC5-8EA2-9938E8F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28850"/>
            <a:ext cx="38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DE451-2873-40BB-936C-BCA70BEC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Administrador</a:t>
            </a:r>
          </a:p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Productos, personal, clientes,</a:t>
            </a:r>
          </a:p>
          <a:p xmlns:a="http://schemas.openxmlformats.org/drawingml/2006/main">
            <a: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proyectos e informes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73E5-6178-4A0B-B0E2-3412526D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API verifica roles en cada operación privada. Las políticas RLS y el esquema de la instancia aún requieren revisión.</a:t>
            </a:r>
          </a:p>
        </p:txBody>
      </p:sp>
    </p:spTree>
    <p:extLst>
      <p:ext uri="{BB962C8B-B14F-4D97-AF65-F5344CB8AC3E}">
        <p14:creationId xmlns:p14="http://schemas.microsoft.com/office/powerpoint/2010/main" val="1201331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A064E-CFEA-409E-ACF6-CA504B5C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4273B-C2EC-4B92-A8EE-37BC108E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BFD55-BF89-4975-B846-061BEF90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Pruebas realizadas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40BE3-4A90-45EE-A4D1-E61FD6D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05A58-6D12-4FBD-9E45-D7E71F2A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3CCD6-03C9-4C8E-84B3-2EC76E66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pruebas unitarias del backend 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73A07-D7D3-4375-A41D-85161FDC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7B27F-FE93-4F51-8BAC-7B00F5D4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Validaciones, reintentos, estados inesperados y errores de consulta.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2E4EF-F0B4-4F0D-A0A4-235BB184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5FFFC-FC71-419F-9152-B093B199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Firmas webhook sintéticas y contrato de deduplicación con mocks.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0402B-3FFF-446D-8F7C-F09EFF3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3F213-E802-4B16-AA62-2C5DA614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Sintaxis de módulos Node.js y revisión de espacios en los cambios.</a:t>
            </a:r>
          </a:p>
        </p:txBody>
      </p:sp>
    </p:spTree>
    <p:extLst>
      <p:ext uri="{BB962C8B-B14F-4D97-AF65-F5344CB8AC3E}">
        <p14:creationId xmlns:p14="http://schemas.microsoft.com/office/powerpoint/2010/main" val="16827240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A50A6-F839-4FF8-BD35-845759F1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58FE8-48C6-4C50-85DE-A1D32BFF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4B619-CC35-4BCB-BA9C-C35C059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Pendientes antes de producción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62AA0-3E91-4350-84AA-B9345E0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16B1D-04E0-405D-86AA-5E63AA7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BCE99-A4B2-45F8-B830-28C95E48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Instalar dependencias y compilar React: npm no resuelve registry.npmjs.org en este entorno.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FEBA1-AFA2-485B-AA95-9F9DFC2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67CD9-6FAF-4D3A-837B-436CDE02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Validar tablas, claves, triggers, funciones y RLS con la instancia Supabase de desarrollo.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8DC58-EA7A-4E7C-9594-59B1A181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EEE74-A808-4B5B-92E0-61BA065B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Configurar y probar Webhooks de Mercado Pago sin generar cobros reales.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58D0D-8B77-4AB5-B8C9-25F74DE2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4A21B-DFAE-43ED-AD93-3966E2C1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Completar alta de productos y categorías después de confirmar su relación real con deportes.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C51C2-4395-4D43-BD24-63BB82DE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No se ejecutaron migraciones ni se modificaron datos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790752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2026-10-18T23:59:36.6270000Z</dcterms:created>
  <dcterms:modified xsi:type="dcterms:W3CDTF">2026-10-18T23:59:36.6270000Z</dcterms:modified>
</coreProperties>
</file>